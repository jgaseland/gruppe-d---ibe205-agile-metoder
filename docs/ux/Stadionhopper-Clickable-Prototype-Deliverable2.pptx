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9.xml"/><Relationship Id="rId4" Type="http://schemas.openxmlformats.org/officeDocument/2006/relationships/slide" Target="slide2.xml"/><Relationship Id="rId5" Type="http://schemas.openxmlformats.org/officeDocument/2006/relationships/slide" Target="slide4.xml"/><Relationship Id="rId6" Type="http://schemas.openxmlformats.org/officeDocument/2006/relationships/slide" Target="slide8.xml"/><Relationship Id="rId7" Type="http://schemas.openxmlformats.org/officeDocument/2006/relationships/slide" Target="slide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4.xml"/><Relationship Id="rId3" Type="http://schemas.openxmlformats.org/officeDocument/2006/relationships/slide" Target="slide2.xml"/><Relationship Id="rId4" Type="http://schemas.openxmlformats.org/officeDocument/2006/relationships/slide" Target="slide8.xml"/><Relationship Id="rId5" Type="http://schemas.openxmlformats.org/officeDocument/2006/relationships/slide" Target="slide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5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6.xml"/><Relationship Id="rId3" Type="http://schemas.openxmlformats.org/officeDocument/2006/relationships/slide" Target="slide2.xml"/><Relationship Id="rId4" Type="http://schemas.openxmlformats.org/officeDocument/2006/relationships/slide" Target="slide4.xml"/><Relationship Id="rId5" Type="http://schemas.openxmlformats.org/officeDocument/2006/relationships/slide" Target="slide8.xml"/><Relationship Id="rId6" Type="http://schemas.openxmlformats.org/officeDocument/2006/relationships/slide" Target="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slide" Target="slide4.xml"/><Relationship Id="rId4" Type="http://schemas.openxmlformats.org/officeDocument/2006/relationships/slide" Target="slide8.xml"/><Relationship Id="rId5" Type="http://schemas.openxmlformats.org/officeDocument/2006/relationships/slide" Target="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606040" y="1143000"/>
            <a:ext cx="164592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400" b="0">
                <a:solidFill>
                  <a:srgbClr val="128458"/>
                </a:solidFill>
                <a:latin typeface="Aptos"/>
              </a:rPr>
              <a:t>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57607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200" b="1">
                <a:solidFill>
                  <a:srgbClr val="16201D"/>
                </a:solidFill>
                <a:latin typeface="Aptos"/>
              </a:rPr>
              <a:t>Stadionhopper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788920"/>
            <a:ext cx="57607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64"/>
                </a:solidFill>
                <a:latin typeface="Aptos"/>
              </a:rPr>
              <a:t>Flere stadioner. Større opplevelser.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79476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6964"/>
                </a:solidFill>
                <a:latin typeface="Aptos"/>
              </a:rPr>
              <a:t>E-post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4160520"/>
            <a:ext cx="5486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279392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C6964"/>
                </a:solidFill>
                <a:latin typeface="Aptos"/>
              </a:rPr>
              <a:t>joakim@example.no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5074920"/>
            <a:ext cx="5486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5C6964"/>
                </a:solidFill>
                <a:latin typeface="Aptos"/>
              </a:rPr>
              <a:t>Passord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5440680"/>
            <a:ext cx="548640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559552"/>
            <a:ext cx="5029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5C6964"/>
                </a:solidFill>
                <a:latin typeface="Aptos"/>
              </a:rPr>
              <a:t>••••••••</a:t>
            </a:r>
          </a:p>
        </p:txBody>
      </p:sp>
      <p:sp>
        <p:nvSpPr>
          <p:cNvPr id="11" name="Rounded Rectangle 10">
            <a:hlinkClick action="ppaction://hlinksldjump" r:id="rId2"/>
          </p:cNvPr>
          <p:cNvSpPr/>
          <p:nvPr/>
        </p:nvSpPr>
        <p:spPr>
          <a:xfrm>
            <a:off x="685800" y="6446520"/>
            <a:ext cx="5486400" cy="658368"/>
          </a:xfrm>
          <a:prstGeom prst="roundRect">
            <a:avLst/>
          </a:prstGeom>
          <a:solidFill>
            <a:srgbClr val="128458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Logg inn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0789920"/>
            <a:ext cx="55778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5C6964"/>
                </a:solidFill>
                <a:latin typeface="Aptos"/>
              </a:rPr>
              <a:t>Prototype for usability testing • ingen ekte innlogging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Finn en kamp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Oppdag lokale kamper og stadioner.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5577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Søk etter kamp, lag eller stadion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5852160" cy="74980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788920"/>
            <a:ext cx="58521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201D"/>
                </a:solidFill>
                <a:latin typeface="Aptos"/>
              </a:rPr>
              <a:t>Kommende kamper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502920" y="3291840"/>
            <a:ext cx="5852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38144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Molde FK – Bodø/Glimt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22191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Aker Stadion • 12. april • 18:00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17720"/>
            <a:ext cx="5852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764024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Kristiansund – Brann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4807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Kristiansund Stadion • 13. april • 17:00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43600"/>
            <a:ext cx="5852160" cy="1078992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6089904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Rosenborg – Lillestrøm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6473952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Lerkendal Stadion • 14. april • 19:00</a:t>
            </a:r>
          </a:p>
        </p:txBody>
      </p:sp>
      <p:sp>
        <p:nvSpPr>
          <p:cNvPr id="17" name="Rounded Rectangle 16">
            <a:hlinkClick action="ppaction://hlinksldjump" r:id="rId3"/>
          </p:cNvPr>
          <p:cNvSpPr/>
          <p:nvPr/>
        </p:nvSpPr>
        <p:spPr>
          <a:xfrm>
            <a:off x="502920" y="7543800"/>
            <a:ext cx="5852160" cy="594360"/>
          </a:xfrm>
          <a:prstGeom prst="roundRect">
            <a:avLst/>
          </a:prstGeom>
          <a:solidFill>
            <a:srgbClr val="FFFFFF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8458"/>
                </a:solidFill>
                <a:latin typeface="Aptos"/>
              </a:rPr>
              <a:t>Se arrangementer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Home</a:t>
            </a:r>
          </a:p>
        </p:txBody>
      </p:sp>
      <p:sp>
        <p:nvSpPr>
          <p:cNvPr id="21" name="Rectangle 20">
            <a:hlinkClick action="ppaction://hlinksldjump" r:id="rId4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24" name="Rectangle 23">
            <a:hlinkClick action="ppaction://hlinksldjump" r:id="rId4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Check-in</a:t>
            </a:r>
          </a:p>
        </p:txBody>
      </p:sp>
      <p:sp>
        <p:nvSpPr>
          <p:cNvPr id="27" name="Rectangle 26">
            <a:hlinkClick action="ppaction://hlinksldjump" r:id="rId5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30" name="Rectangle 29">
            <a:hlinkClick action="ppaction://hlinksldjump" r:id="rId6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33" name="Rectangle 32">
            <a:hlinkClick action="ppaction://hlinksldjump" r:id="rId7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Molde FK – Bodø/Glimt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Aker Stadion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5852160" cy="1828800"/>
          </a:xfrm>
          <a:prstGeom prst="roundRect">
            <a:avLst/>
          </a:prstGeom>
          <a:solidFill>
            <a:srgbClr val="E7F4ED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80"/>
            <a:ext cx="53949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128458"/>
                </a:solidFill>
                <a:latin typeface="Aptos"/>
              </a:rPr>
              <a:t>AKER STADION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539496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16201D"/>
                </a:solidFill>
                <a:latin typeface="Aptos"/>
              </a:rPr>
              <a:t>12. april 2026 • 18:00
Eliteserien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6052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201D"/>
                </a:solidFill>
                <a:latin typeface="Aptos"/>
              </a:rPr>
              <a:t>Om kampen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617720"/>
            <a:ext cx="585216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C6964"/>
                </a:solidFill>
                <a:latin typeface="Aptos"/>
              </a:rPr>
              <a:t>Se kampinformasjon og registrer stadionbesøket ditt. Check-in er hovedhandlingen i denne brukerreisen.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502920" y="5989320"/>
            <a:ext cx="5852160" cy="713232"/>
          </a:xfrm>
          <a:prstGeom prst="roundRect">
            <a:avLst/>
          </a:prstGeom>
          <a:solidFill>
            <a:srgbClr val="128458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Sjekk inn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4" name="Rectangle 13">
            <a:hlinkClick action="ppaction://hlinksldjump" r:id="rId3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Matches</a:t>
            </a:r>
          </a:p>
        </p:txBody>
      </p:sp>
      <p:sp>
        <p:nvSpPr>
          <p:cNvPr id="17" name="Rectangle 16">
            <a:hlinkClick action="ppaction://hlinksldjump" r:id="rId3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Check-in</a:t>
            </a:r>
          </a:p>
        </p:txBody>
      </p:sp>
      <p:sp>
        <p:nvSpPr>
          <p:cNvPr id="20" name="Rectangle 19">
            <a:hlinkClick action="ppaction://hlinksldjump" r:id="rId2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26" name="Rectangle 25">
            <a:hlinkClick action="ppaction://hlinksldjump" r:id="rId5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Sjekk inn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Aker Stadion • Molde FK – Bodø/Glimt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5852160" cy="1234440"/>
          </a:xfrm>
          <a:prstGeom prst="roundRect">
            <a:avLst/>
          </a:prstGeom>
          <a:solidFill>
            <a:srgbClr val="E7F4ED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800" b="1">
                <a:solidFill>
                  <a:srgbClr val="16201D"/>
                </a:solidFill>
                <a:latin typeface="Aptos"/>
              </a:rPr>
              <a:t>📍 Aker Stadion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Kamp og stadion er allerede valgt.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657600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01D"/>
                </a:solidFill>
                <a:latin typeface="Aptos"/>
              </a:rPr>
              <a:t>Legg til bilde (valgfritt)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069080"/>
            <a:ext cx="5852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407408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128458"/>
                </a:solidFill>
                <a:latin typeface="Aptos"/>
              </a:rPr>
              <a:t>＋  Velg bilde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86400"/>
            <a:ext cx="58521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6201D"/>
                </a:solidFill>
                <a:latin typeface="Aptos"/>
              </a:rPr>
              <a:t>Kommentar (valgfritt)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5897880"/>
            <a:ext cx="5852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236208"/>
            <a:ext cx="5303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400" b="0">
                <a:solidFill>
                  <a:srgbClr val="5C6964"/>
                </a:solidFill>
                <a:latin typeface="Aptos"/>
              </a:rPr>
              <a:t>For en kamp!</a:t>
            </a:r>
          </a:p>
        </p:txBody>
      </p:sp>
      <p:sp>
        <p:nvSpPr>
          <p:cNvPr id="14" name="Rounded Rectangle 13">
            <a:hlinkClick action="ppaction://hlinksldjump" r:id="rId2"/>
          </p:cNvPr>
          <p:cNvSpPr/>
          <p:nvPr/>
        </p:nvSpPr>
        <p:spPr>
          <a:xfrm>
            <a:off x="502920" y="7452360"/>
            <a:ext cx="5852160" cy="713232"/>
          </a:xfrm>
          <a:prstGeom prst="roundRect">
            <a:avLst/>
          </a:prstGeom>
          <a:solidFill>
            <a:srgbClr val="128458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Fullfør innsjekking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8" name="Rectangle 17">
            <a:hlinkClick action="ppaction://hlinksldjump" r:id="rId3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21" name="Rectangle 20">
            <a:hlinkClick action="ppaction://hlinksldjump" r:id="rId3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Check-in</a:t>
            </a:r>
          </a:p>
        </p:txBody>
      </p:sp>
      <p:sp>
        <p:nvSpPr>
          <p:cNvPr id="24" name="Rectangle 23">
            <a:hlinkClick action="ppaction://hlinksldjump" r:id="rId4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7" name="Rectangle 26">
            <a:hlinkClick action="ppaction://hlinksldjump" r:id="rId5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30" name="Rectangle 29">
            <a:hlinkClick action="ppaction://hlinksldjump" r:id="rId6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423160" y="1417320"/>
            <a:ext cx="20116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5800" b="1">
                <a:solidFill>
                  <a:srgbClr val="128458"/>
                </a:solidFill>
                <a:latin typeface="Aptos"/>
              </a:rPr>
              <a:t>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743200"/>
            <a:ext cx="58521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700" b="1">
                <a:solidFill>
                  <a:srgbClr val="16201D"/>
                </a:solidFill>
                <a:latin typeface="Aptos"/>
              </a:rPr>
              <a:t>Du er sjekket inn!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429000"/>
            <a:ext cx="58521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0">
                <a:solidFill>
                  <a:srgbClr val="5C6964"/>
                </a:solidFill>
                <a:latin typeface="Aptos"/>
              </a:rPr>
              <a:t>Besøket på Aker Stadion er lagret.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297680"/>
            <a:ext cx="5394960" cy="1143000"/>
          </a:xfrm>
          <a:prstGeom prst="roundRect">
            <a:avLst/>
          </a:prstGeom>
          <a:solidFill>
            <a:srgbClr val="E7F4ED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4498848"/>
            <a:ext cx="49377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6201D"/>
                </a:solidFill>
                <a:latin typeface="Aptos"/>
              </a:rPr>
              <a:t>Molde FK – Bodø/Glimt
12. april 2026 • Aker Stadion</a:t>
            </a:r>
          </a:p>
        </p:txBody>
      </p:sp>
      <p:sp>
        <p:nvSpPr>
          <p:cNvPr id="7" name="Rounded Rectangle 6">
            <a:hlinkClick action="ppaction://hlinksldjump" r:id="rId2"/>
          </p:cNvPr>
          <p:cNvSpPr/>
          <p:nvPr/>
        </p:nvSpPr>
        <p:spPr>
          <a:xfrm>
            <a:off x="685800" y="5989320"/>
            <a:ext cx="5486400" cy="685800"/>
          </a:xfrm>
          <a:prstGeom prst="roundRect">
            <a:avLst/>
          </a:prstGeom>
          <a:solidFill>
            <a:srgbClr val="128458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ptos"/>
              </a:rPr>
              <a:t>Se mine besøk</a:t>
            </a:r>
          </a:p>
        </p:txBody>
      </p:sp>
      <p:sp>
        <p:nvSpPr>
          <p:cNvPr id="8" name="Rounded Rectangle 7">
            <a:hlinkClick action="ppaction://hlinksldjump" r:id="rId3"/>
          </p:cNvPr>
          <p:cNvSpPr/>
          <p:nvPr/>
        </p:nvSpPr>
        <p:spPr>
          <a:xfrm>
            <a:off x="685800" y="6903720"/>
            <a:ext cx="54864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8458"/>
                </a:solidFill>
                <a:latin typeface="Aptos"/>
              </a:rPr>
              <a:t>Tilbake til forsiden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2" name="Rectangle 11">
            <a:hlinkClick action="ppaction://hlinksldjump" r:id="rId3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15" name="Rectangle 14">
            <a:hlinkClick action="ppaction://hlinksldjump" r:id="rId3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Check-in</a:t>
            </a:r>
          </a:p>
        </p:txBody>
      </p:sp>
      <p:sp>
        <p:nvSpPr>
          <p:cNvPr id="18" name="Rectangle 17">
            <a:hlinkClick action="ppaction://hlinksldjump" r:id="rId4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1" name="Rectangle 20">
            <a:hlinkClick action="ppaction://hlinksldjump" r:id="rId5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24" name="Rectangle 23">
            <a:hlinkClick action="ppaction://hlinksldjump" r:id="rId6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Mine besøk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Stadionhistorikken din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103120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40279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Aker Stadion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Molde FK – Bodø/Glimt • 12. apr.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29000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Kristiansund Stadion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4106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Kristiansund – Brann • 3. apr. 2026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54879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9204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Lerkendal Stadion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6694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Rosenborg – Vålerenga • 22. mar.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7" name="Rectangle 16">
            <a:hlinkClick action="ppaction://hlinksldjump" r:id="rId2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20" name="Rectangle 19">
            <a:hlinkClick action="ppaction://hlinksldjump" r:id="rId2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Check-in</a:t>
            </a:r>
          </a:p>
        </p:txBody>
      </p:sp>
      <p:sp>
        <p:nvSpPr>
          <p:cNvPr id="23" name="Rectangle 22">
            <a:hlinkClick action="ppaction://hlinksldjump" r:id="rId3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6" name="Rectangle 25">
            <a:hlinkClick action="ppaction://hlinksldjump" r:id="rId4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29" name="Rectangle 28">
            <a:hlinkClick action="ppaction://hlinksldjump" r:id="rId5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Profil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Din Stadionhopper-profil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06040" y="2057400"/>
            <a:ext cx="164592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Aptos"/>
              </a:rPr>
              <a:t>JG</a:t>
            </a:r>
          </a:p>
        </p:txBody>
      </p:sp>
      <p:sp>
        <p:nvSpPr>
          <p:cNvPr id="6" name="Oval 5"/>
          <p:cNvSpPr/>
          <p:nvPr/>
        </p:nvSpPr>
        <p:spPr>
          <a:xfrm>
            <a:off x="2697480" y="2011680"/>
            <a:ext cx="1463040" cy="1463040"/>
          </a:xfrm>
          <a:prstGeom prst="ellipse">
            <a:avLst/>
          </a:prstGeom>
          <a:solidFill>
            <a:srgbClr val="12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703320"/>
            <a:ext cx="58521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16201D"/>
                </a:solidFill>
                <a:latin typeface="Aptos"/>
              </a:rPr>
              <a:t>Joakim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51960"/>
            <a:ext cx="58521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0">
                <a:solidFill>
                  <a:srgbClr val="5C6964"/>
                </a:solidFill>
                <a:latin typeface="Aptos"/>
              </a:rPr>
              <a:t>12 stadioner   •   8 kamper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685800" y="5074920"/>
            <a:ext cx="548640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1284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28458"/>
                </a:solidFill>
                <a:latin typeface="Aptos"/>
              </a:rPr>
              <a:t>Se mine besøk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3" name="Rectangle 12">
            <a:hlinkClick action="ppaction://hlinksldjump" r:id="rId3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Check-in</a:t>
            </a:r>
          </a:p>
        </p:txBody>
      </p:sp>
      <p:sp>
        <p:nvSpPr>
          <p:cNvPr id="19" name="Rectangle 18">
            <a:hlinkClick action="ppaction://hlinksldjump" r:id="rId4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2" name="Rectangle 21">
            <a:hlinkClick action="ppaction://hlinksldjump" r:id="rId5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Profile</a:t>
            </a:r>
          </a:p>
        </p:txBody>
      </p:sp>
      <p:sp>
        <p:nvSpPr>
          <p:cNvPr id="25" name="Rectangle 24">
            <a:hlinkClick action="ppaction://hlinksldjump" r:id="rId6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Sosial feed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Opplevelser fra andre supportere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5852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6201D"/>
                </a:solidFill>
                <a:latin typeface="Aptos"/>
              </a:rPr>
              <a:t>Kari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24328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6201D"/>
                </a:solidFill>
                <a:latin typeface="Aptos"/>
              </a:rPr>
              <a:t>Fantastisk stemning på Lerkendal i dag! #Stadionhopper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206240"/>
            <a:ext cx="58521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34340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500" b="1">
                <a:solidFill>
                  <a:srgbClr val="16201D"/>
                </a:solidFill>
                <a:latin typeface="Aptos"/>
              </a:rPr>
              <a:t>Marius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773168"/>
            <a:ext cx="530352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16201D"/>
                </a:solidFill>
                <a:latin typeface="Aptos"/>
              </a:rPr>
              <a:t>Nytt stadion på lista ⚽ Aker Stadion!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Home</a:t>
            </a:r>
          </a:p>
        </p:txBody>
      </p:sp>
      <p:sp>
        <p:nvSpPr>
          <p:cNvPr id="14" name="Rectangle 13">
            <a:hlinkClick action="ppaction://hlinksldjump" r:id="rId2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17" name="Rectangle 16">
            <a:hlinkClick action="ppaction://hlinksldjump" r:id="rId2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Check-in</a:t>
            </a:r>
          </a:p>
        </p:txBody>
      </p:sp>
      <p:sp>
        <p:nvSpPr>
          <p:cNvPr id="20" name="Rectangle 19">
            <a:hlinkClick action="ppaction://hlinksldjump" r:id="rId3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Feed</a:t>
            </a:r>
          </a:p>
        </p:txBody>
      </p:sp>
      <p:sp>
        <p:nvSpPr>
          <p:cNvPr id="23" name="Rectangle 22">
            <a:hlinkClick action="ppaction://hlinksldjump" r:id="rId4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26" name="Rectangle 25">
            <a:hlinkClick action="ppaction://hlinksldjump" r:id="rId5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74320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1">
                <a:solidFill>
                  <a:srgbClr val="128458"/>
                </a:solidFill>
                <a:latin typeface="Aptos"/>
              </a:rPr>
              <a:t>STADIONHOPPER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713232"/>
            <a:ext cx="60350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600" b="1">
                <a:solidFill>
                  <a:srgbClr val="16201D"/>
                </a:solidFill>
                <a:latin typeface="Aptos"/>
              </a:rPr>
              <a:t>Arrangementer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261872"/>
            <a:ext cx="60350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5C6964"/>
                </a:solidFill>
                <a:latin typeface="Aptos"/>
              </a:rPr>
              <a:t>Finn supporteraktiviteter rundt kampene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Supportertur til Bodø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6946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12. apr. • 50 deltakere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383280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Stadionrunde i Trøndelag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9534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5. mai • 28 deltakere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709160"/>
            <a:ext cx="5852160" cy="1024128"/>
          </a:xfrm>
          <a:prstGeom prst="round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46320"/>
            <a:ext cx="5303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16201D"/>
                </a:solidFill>
                <a:latin typeface="Aptos"/>
              </a:rPr>
              <a:t>Førkamp-treff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21224"/>
            <a:ext cx="5303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5C6964"/>
                </a:solidFill>
                <a:latin typeface="Aptos"/>
              </a:rPr>
              <a:t>18. mai • 16 deltakere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11384280"/>
            <a:ext cx="6858000" cy="804672"/>
          </a:xfrm>
          <a:prstGeom prst="rect">
            <a:avLst/>
          </a:prstGeom>
          <a:solidFill>
            <a:srgbClr val="FFFFFF"/>
          </a:solidFill>
          <a:ln>
            <a:solidFill>
              <a:srgbClr val="DCE3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128458"/>
                </a:solidFill>
                <a:latin typeface="Aptos"/>
              </a:rPr>
              <a:t>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1">
                <a:solidFill>
                  <a:srgbClr val="128458"/>
                </a:solidFill>
                <a:latin typeface="Aptos"/>
              </a:rPr>
              <a:t>Home</a:t>
            </a:r>
          </a:p>
        </p:txBody>
      </p:sp>
      <p:sp>
        <p:nvSpPr>
          <p:cNvPr id="17" name="Rectangle 16">
            <a:hlinkClick action="ppaction://hlinksldjump" r:id="rId2"/>
          </p:cNvPr>
          <p:cNvSpPr/>
          <p:nvPr/>
        </p:nvSpPr>
        <p:spPr>
          <a:xfrm>
            <a:off x="13716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6304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Matches</a:t>
            </a:r>
          </a:p>
        </p:txBody>
      </p:sp>
      <p:sp>
        <p:nvSpPr>
          <p:cNvPr id="20" name="Rectangle 19">
            <a:hlinkClick action="ppaction://hlinksldjump" r:id="rId2"/>
          </p:cNvPr>
          <p:cNvSpPr/>
          <p:nvPr/>
        </p:nvSpPr>
        <p:spPr>
          <a:xfrm>
            <a:off x="146304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8892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Check-in</a:t>
            </a:r>
          </a:p>
        </p:txBody>
      </p:sp>
      <p:sp>
        <p:nvSpPr>
          <p:cNvPr id="23" name="Rectangle 22">
            <a:hlinkClick action="ppaction://hlinksldjump" r:id="rId3"/>
          </p:cNvPr>
          <p:cNvSpPr/>
          <p:nvPr/>
        </p:nvSpPr>
        <p:spPr>
          <a:xfrm>
            <a:off x="278892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Feed</a:t>
            </a:r>
          </a:p>
        </p:txBody>
      </p:sp>
      <p:sp>
        <p:nvSpPr>
          <p:cNvPr id="26" name="Rectangle 25">
            <a:hlinkClick action="ppaction://hlinksldjump" r:id="rId4"/>
          </p:cNvPr>
          <p:cNvSpPr/>
          <p:nvPr/>
        </p:nvSpPr>
        <p:spPr>
          <a:xfrm>
            <a:off x="411480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40680" y="11457432"/>
            <a:ext cx="109728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5C6964"/>
                </a:solidFill>
                <a:latin typeface="Aptos"/>
              </a:rPr>
              <a:t>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11740896"/>
            <a:ext cx="10972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900" b="0">
                <a:solidFill>
                  <a:srgbClr val="5C6964"/>
                </a:solidFill>
                <a:latin typeface="Aptos"/>
              </a:rPr>
              <a:t>Profile</a:t>
            </a:r>
          </a:p>
        </p:txBody>
      </p:sp>
      <p:sp>
        <p:nvSpPr>
          <p:cNvPr id="29" name="Rectangle 28">
            <a:hlinkClick action="ppaction://hlinksldjump" r:id="rId5"/>
          </p:cNvPr>
          <p:cNvSpPr/>
          <p:nvPr/>
        </p:nvSpPr>
        <p:spPr>
          <a:xfrm>
            <a:off x="5440680" y="11384280"/>
            <a:ext cx="1097280" cy="7315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